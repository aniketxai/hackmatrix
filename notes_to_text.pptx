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aret Bold" charset="1" panose="00000000000000000000"/>
      <p:regular r:id="rId17"/>
    </p:embeddedFont>
    <p:embeddedFont>
      <p:font typeface="Garet" charset="1" panose="00000000000000000000"/>
      <p:regular r:id="rId18"/>
    </p:embeddedFon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9275" r="0" b="-6927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53935" y="2541622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3"/>
                </a:lnTo>
                <a:lnTo>
                  <a:pt x="0" y="302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173026" y="194310"/>
            <a:ext cx="10395937" cy="10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58"/>
              </a:lnSpc>
            </a:pPr>
            <a:r>
              <a:rPr lang="en-US" b="true" sz="5998" spc="-21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HACK MATRIX HACKATHON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03544" y="1389221"/>
            <a:ext cx="4880912" cy="828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5"/>
              </a:lnSpc>
            </a:pPr>
            <a:r>
              <a:rPr lang="en-US" b="true" sz="4599" spc="-16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TITLE PAGE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5956" y="3483054"/>
            <a:ext cx="4028627" cy="5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396" indent="-243799" lvl="2">
              <a:lnSpc>
                <a:spcPts val="4830"/>
              </a:lnSpc>
              <a:buFont typeface="Arial"/>
              <a:buChar char="⚬"/>
            </a:pPr>
            <a:r>
              <a:rPr lang="en-US" b="true" sz="3199" spc="-11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PROJECT TITLE 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6507" y="5157292"/>
            <a:ext cx="3416351" cy="5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396" indent="-243799" lvl="2">
              <a:lnSpc>
                <a:spcPts val="4830"/>
              </a:lnSpc>
              <a:buFont typeface="Arial"/>
              <a:buChar char="⚬"/>
            </a:pPr>
            <a:r>
              <a:rPr lang="en-US" b="true" sz="3199" spc="-11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TEAM NAME :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5956" y="6834226"/>
            <a:ext cx="4230586" cy="5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396" indent="-243799" lvl="2">
              <a:lnSpc>
                <a:spcPts val="4830"/>
              </a:lnSpc>
              <a:buFont typeface="Arial"/>
              <a:buChar char="⚬"/>
            </a:pPr>
            <a:r>
              <a:rPr lang="en-US" b="true" sz="3199" spc="-11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TEAM MEMBERS 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41465" y="5176342"/>
            <a:ext cx="1812330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METHXAI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33476" y="6852525"/>
            <a:ext cx="3376647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ANIKET  KUMAR 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99767" y="7518614"/>
            <a:ext cx="3810514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KUSHAGRA  DIVYA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98287" y="8184702"/>
            <a:ext cx="3810514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KHUSHI  KUMARI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16542" y="8934781"/>
            <a:ext cx="3810514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AKSHARA  S HAH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16542" y="3500604"/>
            <a:ext cx="10849927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SMART  HANDWRITTEN  NOTES   TO  TEXT  CONVERTER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10282" y="6838227"/>
            <a:ext cx="3376647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25BAI11113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81173" y="7518614"/>
            <a:ext cx="3376647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25BAI10724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81173" y="8184702"/>
            <a:ext cx="3376647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25BAI11248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81173" y="8850791"/>
            <a:ext cx="3376647" cy="5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25BAI11587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354" y="-161195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141891" y="430216"/>
            <a:ext cx="8004208" cy="8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 u="sng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PROBLEM  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38963"/>
            <a:ext cx="7129187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Describe the problem clearly 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705691"/>
            <a:ext cx="8779848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Who is affected by this problem 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845617"/>
            <a:ext cx="8593659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Why this problem is important ?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603086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24681" y="2640916"/>
            <a:ext cx="9260503" cy="160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Handwritten notes are not searchable or editable.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Students spend time rewriting notes digitally.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It is difficult to organize and revise efficiently.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90714" y="5324156"/>
            <a:ext cx="3804938" cy="1064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Students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Educators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90714" y="7651113"/>
            <a:ext cx="5837334" cy="160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Improves productivity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Saves time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Enables smart learning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928117" y="430216"/>
            <a:ext cx="12191936" cy="8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 u="sng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EXISTING  SOLUTIONS  AND  GAPS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25004" y="2139887"/>
            <a:ext cx="7905655" cy="17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4159" indent="-301386" lvl="2">
              <a:lnSpc>
                <a:spcPts val="5537"/>
              </a:lnSpc>
              <a:buFont typeface="Arial"/>
              <a:buChar char="⚬"/>
            </a:pPr>
            <a:r>
              <a:rPr lang="en-US" b="true" sz="3955" spc="-31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List of existing Solutions  :</a:t>
            </a:r>
          </a:p>
          <a:p>
            <a:pPr algn="l" marL="681212" indent="-340606" lvl="1">
              <a:lnSpc>
                <a:spcPts val="4417"/>
              </a:lnSpc>
              <a:buFont typeface="Arial"/>
              <a:buChar char="•"/>
            </a:pPr>
            <a:r>
              <a:rPr lang="en-US" b="true" sz="3155" spc="-24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 </a:t>
            </a:r>
            <a:r>
              <a:rPr lang="en-US" sz="3155" spc="-24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Google</a:t>
            </a:r>
            <a:r>
              <a:rPr lang="en-US" b="true" sz="3155" spc="-24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155" spc="-24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Lens</a:t>
            </a:r>
          </a:p>
          <a:p>
            <a:pPr algn="l" marL="681212" indent="-340606" lvl="1">
              <a:lnSpc>
                <a:spcPts val="4417"/>
              </a:lnSpc>
              <a:buFont typeface="Arial"/>
              <a:buChar char="•"/>
            </a:pPr>
            <a:r>
              <a:rPr lang="en-US" sz="3155" spc="-2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Microsoft OneNote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25004" y="4364136"/>
            <a:ext cx="8931905" cy="285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168" indent="-304723" lvl="2">
              <a:lnSpc>
                <a:spcPts val="5598"/>
              </a:lnSpc>
              <a:buFont typeface="Arial"/>
              <a:buChar char="⚬"/>
            </a:pPr>
            <a:r>
              <a:rPr lang="en-US" b="true" sz="3998" spc="-31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Limitations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Inaccurate  OCR for messy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Handwriting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No smart summarization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No structured outpu</a:t>
            </a:r>
            <a:r>
              <a:rPr lang="en-US" b="true" sz="3099" spc="-24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25004" y="7655343"/>
            <a:ext cx="6899081" cy="175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1309" indent="-297103" lvl="2">
              <a:lnSpc>
                <a:spcPts val="5458"/>
              </a:lnSpc>
              <a:buFont typeface="Arial"/>
              <a:buChar char="⚬"/>
            </a:pPr>
            <a:r>
              <a:rPr lang="en-US" b="true" sz="3898" spc="-30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Gap:</a:t>
            </a:r>
          </a:p>
          <a:p>
            <a:pPr algn="l" marL="669076" indent="-334538" lvl="1">
              <a:lnSpc>
                <a:spcPts val="4338"/>
              </a:lnSpc>
              <a:buFont typeface="Arial"/>
              <a:buChar char="•"/>
            </a:pPr>
            <a:r>
              <a:rPr lang="en-US" sz="3099" spc="-2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Lack of AI- based summarization and Structured notes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21877" y="1503969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95065" y="430216"/>
            <a:ext cx="9756749" cy="8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 u="sng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PROPOSED  SOLUTION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6120" y="2250764"/>
            <a:ext cx="7497929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Explain your solution clearly 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6120" y="4819980"/>
            <a:ext cx="4218172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List key features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1460497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929281" y="3069253"/>
            <a:ext cx="14429438" cy="11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8"/>
              </a:lnSpc>
            </a:pPr>
            <a:r>
              <a:rPr lang="en-US" sz="3299" spc="-2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An AI-powered web app that converts handwritten notes into digital text and generates summaries.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99084" y="5636771"/>
            <a:ext cx="6027837" cy="288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255" indent="-356127" lvl="1">
              <a:lnSpc>
                <a:spcPts val="4618"/>
              </a:lnSpc>
              <a:buFont typeface="Arial"/>
              <a:buChar char="•"/>
            </a:pPr>
            <a:r>
              <a:rPr lang="en-US" sz="3299" spc="-26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Image Upload</a:t>
            </a:r>
          </a:p>
          <a:p>
            <a:pPr algn="l" marL="712255" indent="-356127" lvl="1">
              <a:lnSpc>
                <a:spcPts val="4618"/>
              </a:lnSpc>
              <a:buFont typeface="Arial"/>
              <a:buChar char="•"/>
            </a:pPr>
            <a:r>
              <a:rPr lang="en-US" sz="3299" spc="-26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OCR Text Extraction</a:t>
            </a:r>
          </a:p>
          <a:p>
            <a:pPr algn="l" marL="712255" indent="-356127" lvl="1">
              <a:lnSpc>
                <a:spcPts val="4618"/>
              </a:lnSpc>
              <a:buFont typeface="Arial"/>
              <a:buChar char="•"/>
            </a:pPr>
            <a:r>
              <a:rPr lang="en-US" sz="3299" spc="-26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AI-based Summary</a:t>
            </a:r>
          </a:p>
          <a:p>
            <a:pPr algn="l" marL="712255" indent="-356127" lvl="1">
              <a:lnSpc>
                <a:spcPts val="4618"/>
              </a:lnSpc>
              <a:buFont typeface="Arial"/>
              <a:buChar char="•"/>
            </a:pPr>
            <a:r>
              <a:rPr lang="en-US" sz="3299" spc="-26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Clean and structured output</a:t>
            </a:r>
          </a:p>
          <a:p>
            <a:pPr algn="l" marL="712255" indent="-356127" lvl="1">
              <a:lnSpc>
                <a:spcPts val="4618"/>
              </a:lnSpc>
              <a:buFont typeface="Arial"/>
              <a:buChar char="•"/>
            </a:pPr>
            <a:r>
              <a:rPr lang="en-US" sz="3299" spc="-2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Searchable notes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55440" y="676564"/>
            <a:ext cx="11377120" cy="903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b="true" sz="5298" spc="-422" u="sng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FLOWCHART  /  WORKING PROCESS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79280" y="2130362"/>
            <a:ext cx="13929439" cy="354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6625" indent="-438312" lvl="1">
              <a:lnSpc>
                <a:spcPts val="5684"/>
              </a:lnSpc>
              <a:buFont typeface="Arial"/>
              <a:buChar char="•"/>
            </a:pPr>
            <a:r>
              <a:rPr lang="en-US" sz="4060" spc="-3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User uploads handwritten image </a:t>
            </a:r>
          </a:p>
          <a:p>
            <a:pPr algn="l" marL="876625" indent="-438312" lvl="1">
              <a:lnSpc>
                <a:spcPts val="5684"/>
              </a:lnSpc>
              <a:buFont typeface="Arial"/>
              <a:buChar char="•"/>
            </a:pPr>
            <a:r>
              <a:rPr lang="en-US" sz="4060" spc="-3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Image preprocessing using OpenCV</a:t>
            </a:r>
          </a:p>
          <a:p>
            <a:pPr algn="l" marL="876625" indent="-438312" lvl="1">
              <a:lnSpc>
                <a:spcPts val="5684"/>
              </a:lnSpc>
              <a:buFont typeface="Arial"/>
              <a:buChar char="•"/>
            </a:pPr>
            <a:r>
              <a:rPr lang="en-US" sz="4060" spc="-3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OCR extracts text</a:t>
            </a:r>
          </a:p>
          <a:p>
            <a:pPr algn="l" marL="876625" indent="-438312" lvl="1">
              <a:lnSpc>
                <a:spcPts val="5684"/>
              </a:lnSpc>
              <a:buFont typeface="Arial"/>
              <a:buChar char="•"/>
            </a:pPr>
            <a:r>
              <a:rPr lang="en-US" sz="4060" spc="-3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AI generates summary</a:t>
            </a:r>
          </a:p>
          <a:p>
            <a:pPr algn="l" marL="876625" indent="-438312" lvl="1">
              <a:lnSpc>
                <a:spcPts val="5684"/>
              </a:lnSpc>
              <a:buFont typeface="Arial"/>
              <a:buChar char="•"/>
            </a:pPr>
            <a:r>
              <a:rPr lang="en-US" sz="4060" spc="-3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Final output displayed to user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87580" y="1396632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007239" y="-269129"/>
            <a:ext cx="2475690" cy="2475690"/>
            <a:chOff x="0" y="0"/>
            <a:chExt cx="3300921" cy="33009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6554729"/>
            <a:ext cx="4218172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Flow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7580" y="7401793"/>
            <a:ext cx="15151978" cy="118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844" indent="-366922" lvl="1">
              <a:lnSpc>
                <a:spcPts val="4759"/>
              </a:lnSpc>
              <a:buFont typeface="Arial"/>
              <a:buChar char="•"/>
            </a:pPr>
            <a:r>
              <a:rPr lang="en-US" sz="3399" spc="-27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User uploads image → Backend processing → OCR extracts text → AI generates summary → Output displayed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764869" y="597741"/>
            <a:ext cx="13669327" cy="117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7"/>
              </a:lnSpc>
            </a:pPr>
            <a:r>
              <a:rPr lang="en-US" b="true" sz="6861" spc="-547" u="sng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TECH  STACK/ARCHITECTURE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1253509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-6086683" y="3370422"/>
            <a:ext cx="23345983" cy="507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6"/>
              </a:lnSpc>
            </a:pPr>
            <a:r>
              <a:rPr lang="en-US" sz="364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Frontend: </a:t>
            </a:r>
            <a:r>
              <a:rPr lang="en-US" sz="36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Next.js (fast UI and server-side rendering)</a:t>
            </a:r>
          </a:p>
          <a:p>
            <a:pPr algn="ctr">
              <a:lnSpc>
                <a:spcPts val="5096"/>
              </a:lnSpc>
            </a:pPr>
          </a:p>
          <a:p>
            <a:pPr algn="ctr">
              <a:lnSpc>
                <a:spcPts val="5096"/>
              </a:lnSpc>
            </a:pPr>
            <a:r>
              <a:rPr lang="en-US" sz="36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</a:t>
            </a:r>
            <a:r>
              <a:rPr lang="en-US" sz="364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</a:t>
            </a:r>
            <a:r>
              <a:rPr lang="en-US" b="true" sz="364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d: </a:t>
            </a:r>
            <a:r>
              <a:rPr lang="en-US" sz="36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Node.js and Express (API handling)</a:t>
            </a:r>
          </a:p>
          <a:p>
            <a:pPr algn="ctr">
              <a:lnSpc>
                <a:spcPts val="5096"/>
              </a:lnSpc>
            </a:pPr>
          </a:p>
          <a:p>
            <a:pPr algn="ctr">
              <a:lnSpc>
                <a:spcPts val="5096"/>
              </a:lnSpc>
            </a:pPr>
            <a:r>
              <a:rPr lang="en-US" b="true" sz="364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Database: </a:t>
            </a:r>
            <a:r>
              <a:rPr lang="en-US" sz="36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MongoDB (data storage)</a:t>
            </a:r>
          </a:p>
          <a:p>
            <a:pPr algn="ctr">
              <a:lnSpc>
                <a:spcPts val="5096"/>
              </a:lnSpc>
            </a:pPr>
          </a:p>
          <a:p>
            <a:pPr algn="ctr">
              <a:lnSpc>
                <a:spcPts val="5096"/>
              </a:lnSpc>
            </a:pPr>
            <a:r>
              <a:rPr lang="en-US" b="true" sz="364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             AI Tools: </a:t>
            </a:r>
            <a:r>
              <a:rPr lang="en-US" sz="36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Python, OpenCV, OCR (text extraction and processing)</a:t>
            </a:r>
          </a:p>
          <a:p>
            <a:pPr algn="ctr">
              <a:lnSpc>
                <a:spcPts val="509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30030" y="271863"/>
            <a:ext cx="700399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4999" spc="-399" u="sng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IMPLEMENTATION  PLAN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16730" y="1307173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17492" y="2240728"/>
            <a:ext cx="12961172" cy="570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77844" indent="-588922" lvl="1">
              <a:lnSpc>
                <a:spcPts val="7637"/>
              </a:lnSpc>
              <a:buFont typeface="Arial"/>
              <a:buChar char="•"/>
            </a:pPr>
            <a:r>
              <a:rPr lang="en-US" sz="5455" spc="-43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Build frontend UI</a:t>
            </a:r>
          </a:p>
          <a:p>
            <a:pPr algn="l" marL="1177844" indent="-588922" lvl="1">
              <a:lnSpc>
                <a:spcPts val="7637"/>
              </a:lnSpc>
              <a:buFont typeface="Arial"/>
              <a:buChar char="•"/>
            </a:pPr>
            <a:r>
              <a:rPr lang="en-US" sz="5455" spc="-43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Develop backend APIs</a:t>
            </a:r>
          </a:p>
          <a:p>
            <a:pPr algn="l" marL="1177844" indent="-588922" lvl="1">
              <a:lnSpc>
                <a:spcPts val="7637"/>
              </a:lnSpc>
              <a:buFont typeface="Arial"/>
              <a:buChar char="•"/>
            </a:pPr>
            <a:r>
              <a:rPr lang="en-US" sz="5455" spc="-43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Integrate OCR system</a:t>
            </a:r>
          </a:p>
          <a:p>
            <a:pPr algn="l" marL="1177844" indent="-588922" lvl="1">
              <a:lnSpc>
                <a:spcPts val="7637"/>
              </a:lnSpc>
              <a:buFont typeface="Arial"/>
              <a:buChar char="•"/>
            </a:pPr>
            <a:r>
              <a:rPr lang="en-US" sz="5455" spc="-43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Implement summarization</a:t>
            </a:r>
          </a:p>
          <a:p>
            <a:pPr algn="l" marL="1177844" indent="-588922" lvl="1">
              <a:lnSpc>
                <a:spcPts val="7637"/>
              </a:lnSpc>
              <a:buFont typeface="Arial"/>
              <a:buChar char="•"/>
            </a:pPr>
            <a:r>
              <a:rPr lang="en-US" sz="5455" spc="-43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Connect database</a:t>
            </a:r>
          </a:p>
          <a:p>
            <a:pPr algn="l" marL="1177844" indent="-588922" lvl="1">
              <a:lnSpc>
                <a:spcPts val="7638"/>
              </a:lnSpc>
              <a:buFont typeface="Arial"/>
              <a:buChar char="•"/>
            </a:pPr>
            <a:r>
              <a:rPr lang="en-US" sz="5455" spc="-4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Testing and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96555" y="272815"/>
            <a:ext cx="8827741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4999" spc="-3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EXPECTED OUTCOME  /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1379" y="2583345"/>
            <a:ext cx="15546638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Expected results of the project </a:t>
            </a:r>
          </a:p>
          <a:p>
            <a:pPr algn="l" marL="5136909" indent="-642114" lvl="7">
              <a:lnSpc>
                <a:spcPts val="4758"/>
              </a:lnSpc>
              <a:buFont typeface="Arial"/>
              <a:buChar char="•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Fast and accurate conversion of handwritten notes into digital text</a:t>
            </a:r>
          </a:p>
          <a:p>
            <a:pPr algn="l" marL="5136909" indent="-642114" lvl="7">
              <a:lnSpc>
                <a:spcPts val="4758"/>
              </a:lnSpc>
              <a:buFont typeface="Arial"/>
              <a:buChar char="•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Structured, searchable, and editable notes</a:t>
            </a:r>
          </a:p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91778" y="4991100"/>
            <a:ext cx="1555624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Benefits to users  </a:t>
            </a:r>
          </a:p>
          <a:p>
            <a:pPr algn="l" marL="5136909" indent="-642114" lvl="7">
              <a:lnSpc>
                <a:spcPts val="4758"/>
              </a:lnSpc>
              <a:buFont typeface="Arial"/>
              <a:buChar char="•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Saves time and improves revision efficiency</a:t>
            </a:r>
          </a:p>
          <a:p>
            <a:pPr algn="l" marL="5136909" indent="-642114" lvl="7">
              <a:lnSpc>
                <a:spcPts val="4759"/>
              </a:lnSpc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Easy access, sharing, and organization of notes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303" y="6704965"/>
            <a:ext cx="1507736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Real-world impact </a:t>
            </a:r>
          </a:p>
          <a:p>
            <a:pPr algn="l" marL="5136909" indent="-642114" lvl="7">
              <a:lnSpc>
                <a:spcPts val="4758"/>
              </a:lnSpc>
              <a:buFont typeface="Arial"/>
              <a:buChar char="•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Promotes digital and paperless learning</a:t>
            </a:r>
          </a:p>
          <a:p>
            <a:pPr algn="l" marL="5136909" indent="-642114" lvl="7">
              <a:lnSpc>
                <a:spcPts val="4759"/>
              </a:lnSpc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Useful for students, teachers, and professionals in daily workflows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65415" y="1289285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03649" y="226247"/>
            <a:ext cx="9836648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4999" spc="-3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FUTURE  SCOPE  AND  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1379" y="2850153"/>
            <a:ext cx="14633506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Future improvements </a:t>
            </a:r>
          </a:p>
          <a:p>
            <a:pPr algn="l" marL="4403065" indent="-629009" lvl="6">
              <a:lnSpc>
                <a:spcPts val="4758"/>
              </a:lnSpc>
              <a:buFont typeface="Arial"/>
              <a:buChar char="￭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Add multi-language support and voice-to-text features</a:t>
            </a:r>
          </a:p>
          <a:p>
            <a:pPr algn="l" marL="4403065" indent="-629009" lvl="6">
              <a:lnSpc>
                <a:spcPts val="4759"/>
              </a:lnSpc>
              <a:buFont typeface="Arial"/>
              <a:buChar char="￭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Improve OCR accuracy using advanced AI models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0290" y="7617547"/>
            <a:ext cx="16607419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Scalability of the project </a:t>
            </a:r>
          </a:p>
          <a:p>
            <a:pPr algn="l" marL="4403065" indent="-629009" lvl="6">
              <a:lnSpc>
                <a:spcPts val="4758"/>
              </a:lnSpc>
              <a:buFont typeface="Arial"/>
              <a:buChar char="￭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Can be expanded for schools, colleges, and professional use</a:t>
            </a:r>
          </a:p>
          <a:p>
            <a:pPr algn="l" marL="4403065" indent="-629009" lvl="6">
              <a:lnSpc>
                <a:spcPts val="4759"/>
              </a:lnSpc>
              <a:buFont typeface="Arial"/>
              <a:buChar char="￭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Easily scalable with cloud integration and mobile deployment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379" y="5164093"/>
            <a:ext cx="14383513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11" indent="-259004" lvl="2">
              <a:lnSpc>
                <a:spcPts val="4758"/>
              </a:lnSpc>
              <a:buFont typeface="Arial"/>
              <a:buChar char="⚬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Final summary  </a:t>
            </a:r>
          </a:p>
          <a:p>
            <a:pPr algn="l" marL="4403065" indent="-629009" lvl="6">
              <a:lnSpc>
                <a:spcPts val="4758"/>
              </a:lnSpc>
              <a:buFont typeface="Arial"/>
              <a:buChar char="￭"/>
            </a:pPr>
            <a:r>
              <a:rPr lang="en-US" b="true" sz="3399" spc="-2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Converts handwritten notes into structured digital text efficiently</a:t>
            </a:r>
          </a:p>
          <a:p>
            <a:pPr algn="l" marL="4403065" indent="-629009" lvl="6">
              <a:lnSpc>
                <a:spcPts val="4759"/>
              </a:lnSpc>
              <a:buFont typeface="Arial"/>
              <a:buChar char="￭"/>
            </a:pPr>
            <a:r>
              <a:rPr lang="en-US" b="true" sz="3399" spc="-2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Enhances learning, organization, and productivity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36047" y="1271397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65415" y="1289285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40230" y="2172697"/>
            <a:ext cx="14607540" cy="59416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DAHFtx0HVAo</dc:identifier>
  <dcterms:modified xsi:type="dcterms:W3CDTF">2011-08-01T06:04:30Z</dcterms:modified>
  <cp:revision>1</cp:revision>
  <dc:title>PPT template.pptx</dc:title>
</cp:coreProperties>
</file>